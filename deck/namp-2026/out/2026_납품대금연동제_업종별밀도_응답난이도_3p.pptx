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/home/user/kstat-pm/deck/namp-2026/assets/s14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/home/user/kstat-pm/deck/namp-2026/assets/s14-fac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/home/user/kstat-pm/deck/namp-2026/assets/s14-cr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/home/user/kstat-pm/deck/namp-2026/assets/s14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/home/user/kstat-pm/deck/namp-2026/assets/s14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/home/user/kstat-pm/deck/namp-2026/assets/s14-icon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/home/user/kstat-pm/deck/namp-2026/assets/s14-icon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/home/user/kstat-pm/deck/namp-2026/assets/s14-icon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/home/user/kstat-pm/deck/namp-2026/assets/s14-icon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/home/user/kstat-pm/deck/namp-2026/assets/s15-fa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/home/user/kstat-pm/deck/namp-2026/assets/s15-cr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/home/user/kstat-pm/deck/namp-2026/assets/s16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/home/user/kstat-pm/deck/namp-2026/assets/s16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/home/user/kstat-pm/deck/namp-2026/assets/s16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2026-08-11T06:50:36Z</dcterms:created>
  <dcterms:modified xsi:type="dcterms:W3CDTF">2026-08-11T06:50:36Z</dcterms:modified>
</cp:coreProperties>
</file>