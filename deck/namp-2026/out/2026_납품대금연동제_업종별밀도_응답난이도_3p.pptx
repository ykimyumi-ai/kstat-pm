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s14-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s14-fac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s14-cr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s14-clip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s14-tru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s14-icon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s14-icon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s14-icon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s14-icon4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s15-fa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s15-cr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s16-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s16-tr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s16-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2026-08-12T02:02:47Z</dcterms:created>
  <dcterms:modified xsi:type="dcterms:W3CDTF">2026-08-12T02:02:47Z</dcterms:modified>
</cp:coreProperties>
</file>