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11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4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4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9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33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7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41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7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7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7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7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7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7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7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7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7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7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6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3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3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DDE1E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6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6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2026-08-10T23:27:27Z</dcterms:created>
  <dcterms:modified xsi:type="dcterms:W3CDTF">2026-08-10T23:27:27Z</dcterms:modified>
</cp:coreProperties>
</file>